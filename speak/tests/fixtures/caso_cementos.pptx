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94856-D43F-4564-A3F7-2443D4FCDDC2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DC0BB-783D-4DE0-9E95-E2D5763E4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98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Nota del orador: el cliente pidió no mencionar el nombre de la planta.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DC0BB-783D-4DE0-9E95-E2D5763E4E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18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3138-8FA2-BCC8-4B5B-E89192361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ACBA2-1E4E-DF70-1A21-D57447433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35EE0-C3FE-3A75-6FD1-7C81A255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94D13-1AFB-42EE-4B4A-66F54677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48B57-75D0-4E74-4E34-3B969F41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0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7A28-EA21-7DDD-33A2-17FC9DDBC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FFD5D-38A8-25DD-7B2F-1F4FBEC8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649D1-BFCD-0FAD-18AE-D4732E5D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AC5CF-F722-DE56-088B-844E8E364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BA195-2EB5-71BD-3D8E-12DC7C736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0D7D3-7CFB-3519-217B-BCC20A07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C5D7B-E595-FD1B-1D10-5936F5DE3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0778F-E3AD-DF0F-A57E-5CD8CD97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F23C6-5D2F-F1BA-DD85-D80851FB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7EB4D-217D-2005-17E9-FEEB89D6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11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D688-EE8F-6EA2-9EE3-C8747A86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87210-D2EB-5A86-30E7-AD69A8C93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8541E-77CF-38C7-F7AB-B70646B8F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F9583-64FE-B8A2-80CB-6796B2BDE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519CE-DA77-FB78-D37F-8652B5F2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C3F08-2873-9587-D02D-A4A27CEC6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9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CD90-DB45-207E-88DA-B2F5FF0D6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807B3-F468-1B32-D608-15CB36A54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4C031-5C14-6BE8-367A-7D71AF3C2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07D29E-545E-1DF6-1F77-FE23733B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AA3325-828B-B209-DCB1-C667DE6DC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509D79-D20F-9E4B-125F-B4755418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C1122-12A7-3F1D-7D05-73E89E06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321C52-EF37-FC35-2D72-F46BA7E5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9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3DFF-D5EE-48F4-C87A-5F979665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3CE9C-FC3D-5E48-428D-EEBDEEBD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00921-7707-AA6A-AB8F-1397A439B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30817-62FB-3A5F-1C2F-B13C243A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27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1DAC1-F61C-1F61-4D7F-504C7ED6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71E19-765C-F219-9B03-8829F0BD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4000E-EB8A-9CE9-F656-55CB4915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2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44BA-FB9E-37A7-C17B-3BC249BC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B843-A627-35D5-7DB3-972F5288A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54D7F-1D19-66BD-D47B-F73E9E935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979AC-E7B0-027A-ADFE-36B516190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F3EEA-C6B1-749F-91A8-ED8E4071A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F545F-0636-17DE-4FC7-6FADCEB0F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6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52B1-76D6-240D-CE8D-8EF3C85A2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918A6F-B6E3-35FE-112D-9AE9CA35A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C04E2-9638-3606-7682-26796054A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242FE-650F-6050-F76D-66F9D51B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14E89-4F0F-DAAA-7DAF-BF6380C8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43DAD-3444-150E-CDD2-61947AC1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4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1577-4FBA-1705-D462-0CC74531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91A30-D861-4A5F-5AE6-0C11E7F89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59020-AA0D-DDFC-FA50-853DE082D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33152-237A-0BB0-257A-9920B30D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4E6F5-2C3B-300E-4DA1-55FD1A8B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82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DA6FA-E78E-B6DD-3074-E200DC596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E3C8B-5145-CC48-0D2A-CC546A069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4A187-CD6E-B99D-4EB8-76CB0856F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09443-95BC-2E32-253E-90362388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C4EAF-818E-E44D-E70C-7A2CF109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5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6CF2C6-1B8E-2D17-FD56-D68DCA217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A1442-2F7C-5D06-D08E-00671F8A7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D5BB8-6472-F1E9-E56C-926F01741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B1191-CFB9-405A-840C-8EF0A75276FB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517D1-63B1-F180-15D7-4BF70F2C5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44C31-CE40-35C2-1A04-B76CEBEF1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4B875-7F00-4D2F-89D9-D9256BE43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21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4E32-A88B-E087-5B80-AEF28127D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Caso de éxito Cementos X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36DA8-989B-72F4-E5C9-23D161BE0E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Ahorro de 11 por ciento en vapor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13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D6240F-930F-D5AF-98BB-95A330425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144536"/>
              </p:ext>
            </p:extLst>
          </p:nvPr>
        </p:nvGraphicFramePr>
        <p:xfrm>
          <a:off x="635000" y="635000"/>
          <a:ext cx="508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647584609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77507777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Indicador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32396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/>
                        <a:t>Retorno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51977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2027398F-0827-B827-D70C-08E37BE5C801}"/>
              </a:ext>
            </a:extLst>
          </p:cNvPr>
          <p:cNvGrpSpPr/>
          <p:nvPr/>
        </p:nvGrpSpPr>
        <p:grpSpPr>
          <a:xfrm>
            <a:off x="635000" y="3175000"/>
            <a:ext cx="5080000" cy="635000"/>
            <a:chOff x="635000" y="3175000"/>
            <a:chExt cx="5080000" cy="635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6F667DB-8528-5FD3-CE2A-ACA59394C68F}"/>
                </a:ext>
              </a:extLst>
            </p:cNvPr>
            <p:cNvSpPr/>
            <p:nvPr/>
          </p:nvSpPr>
          <p:spPr>
            <a:xfrm>
              <a:off x="635000" y="3175000"/>
              <a:ext cx="1905000" cy="635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Caldera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247403A-26A7-B976-6B3A-07794B0818B6}"/>
                </a:ext>
              </a:extLst>
            </p:cNvPr>
            <p:cNvSpPr/>
            <p:nvPr/>
          </p:nvSpPr>
          <p:spPr>
            <a:xfrm>
              <a:off x="3810000" y="3175000"/>
              <a:ext cx="1905000" cy="635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Red de vapor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436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A0185C-24B8-0C79-4793-BF37340E9E6E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Diapositiva de relleno 3</a:t>
            </a:r>
          </a:p>
        </p:txBody>
      </p:sp>
    </p:spTree>
    <p:extLst>
      <p:ext uri="{BB962C8B-B14F-4D97-AF65-F5344CB8AC3E}">
        <p14:creationId xmlns:p14="http://schemas.microsoft.com/office/powerpoint/2010/main" val="1301729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B5CDB4-D021-00E1-7215-4557241D1C66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Diapositiva de relleno 4</a:t>
            </a:r>
          </a:p>
        </p:txBody>
      </p:sp>
    </p:spTree>
    <p:extLst>
      <p:ext uri="{BB962C8B-B14F-4D97-AF65-F5344CB8AC3E}">
        <p14:creationId xmlns:p14="http://schemas.microsoft.com/office/powerpoint/2010/main" val="216669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487B10-DF2E-BEAA-321C-ECB56756DCF3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Diapositiva de relleno 5</a:t>
            </a:r>
          </a:p>
        </p:txBody>
      </p:sp>
    </p:spTree>
    <p:extLst>
      <p:ext uri="{BB962C8B-B14F-4D97-AF65-F5344CB8AC3E}">
        <p14:creationId xmlns:p14="http://schemas.microsoft.com/office/powerpoint/2010/main" val="3674801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40D5C2-42C0-9AE0-B5AF-85103FA6AA2A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Diapositiva de relleno 6</a:t>
            </a:r>
          </a:p>
        </p:txBody>
      </p:sp>
    </p:spTree>
    <p:extLst>
      <p:ext uri="{BB962C8B-B14F-4D97-AF65-F5344CB8AC3E}">
        <p14:creationId xmlns:p14="http://schemas.microsoft.com/office/powerpoint/2010/main" val="2129985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4A1252-655B-35B5-AAF2-2B769A7558CE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Diapositiva de relleno 7</a:t>
            </a:r>
          </a:p>
        </p:txBody>
      </p:sp>
    </p:spTree>
    <p:extLst>
      <p:ext uri="{BB962C8B-B14F-4D97-AF65-F5344CB8AC3E}">
        <p14:creationId xmlns:p14="http://schemas.microsoft.com/office/powerpoint/2010/main" val="3767258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BAF91-5E18-4179-1F2B-7F8126DD492A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Diapositiva de relleno 8</a:t>
            </a:r>
          </a:p>
        </p:txBody>
      </p:sp>
    </p:spTree>
    <p:extLst>
      <p:ext uri="{BB962C8B-B14F-4D97-AF65-F5344CB8AC3E}">
        <p14:creationId xmlns:p14="http://schemas.microsoft.com/office/powerpoint/2010/main" val="808081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321FDF-2671-D659-6EDE-D5C35BEEB645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Diapositiva de relleno 9</a:t>
            </a:r>
          </a:p>
        </p:txBody>
      </p:sp>
    </p:spTree>
    <p:extLst>
      <p:ext uri="{BB962C8B-B14F-4D97-AF65-F5344CB8AC3E}">
        <p14:creationId xmlns:p14="http://schemas.microsoft.com/office/powerpoint/2010/main" val="384071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CA5700-BC11-9809-A12F-51CAF232E1CF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Diapositiva de relleno 10</a:t>
            </a:r>
          </a:p>
        </p:txBody>
      </p:sp>
    </p:spTree>
    <p:extLst>
      <p:ext uri="{BB962C8B-B14F-4D97-AF65-F5344CB8AC3E}">
        <p14:creationId xmlns:p14="http://schemas.microsoft.com/office/powerpoint/2010/main" val="2058153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7B818D-2777-0603-AD4E-53B16B08D28B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Diapositiva de relleno 11</a:t>
            </a:r>
          </a:p>
        </p:txBody>
      </p:sp>
    </p:spTree>
    <p:extLst>
      <p:ext uri="{BB962C8B-B14F-4D97-AF65-F5344CB8AC3E}">
        <p14:creationId xmlns:p14="http://schemas.microsoft.com/office/powerpoint/2010/main" val="21118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Widescreen</PresentationFormat>
  <Paragraphs>19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Caso de éxito Cementos 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Alejandra Lizarazo Piqueras</dc:creator>
  <cp:lastModifiedBy>Maria Alejandra Lizarazo Piqueras</cp:lastModifiedBy>
  <cp:revision>1</cp:revision>
  <dcterms:created xsi:type="dcterms:W3CDTF">2026-09-27T05:48:06Z</dcterms:created>
  <dcterms:modified xsi:type="dcterms:W3CDTF">2026-09-27T05:48:06Z</dcterms:modified>
</cp:coreProperties>
</file>